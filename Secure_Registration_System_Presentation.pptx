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47"/>
  </p:normalViewPr>
  <p:slideViewPr>
    <p:cSldViewPr snapToGrid="0" snapToObjects="1">
      <p:cViewPr varScale="1">
        <p:scale>
          <a:sx n="149" d="100"/>
          <a:sy n="149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Secure User Registration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66146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rPr dirty="0"/>
              <a:t>Post-Quantum Cryptography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Spring Boot 3.2.0 | Dilithium3 | Protocol Buffers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232865-BFC4-3A76-3CD1-5E23239A32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1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secure user registration REST API with:</a:t>
            </a:r>
          </a:p>
          <a:p>
            <a:pPr marL="457200" lvl="1" indent="0">
              <a:buNone/>
            </a:pPr>
            <a:r>
              <a:rPr dirty="0"/>
              <a:t>• Post-Quantum Cryptography (Dilithium3 signatures)</a:t>
            </a:r>
          </a:p>
          <a:p>
            <a:pPr marL="457200" lvl="1" indent="0">
              <a:buNone/>
            </a:pPr>
            <a:r>
              <a:rPr dirty="0"/>
              <a:t>• All API responses digitally signed</a:t>
            </a:r>
          </a:p>
          <a:p>
            <a:pPr marL="457200" lvl="1" indent="0">
              <a:buNone/>
            </a:pPr>
            <a:r>
              <a:rPr dirty="0"/>
              <a:t>• Resistant to quantum computing attacks</a:t>
            </a:r>
          </a:p>
          <a:p>
            <a:pPr marL="457200" lvl="1" indent="0">
              <a:buNone/>
            </a:pPr>
            <a:r>
              <a:rPr dirty="0"/>
              <a:t>• Secure registration code generation with checksums</a:t>
            </a:r>
          </a:p>
          <a:p>
            <a:pPr marL="457200" lvl="1" indent="0">
              <a:buNone/>
            </a:pPr>
            <a:r>
              <a:rPr dirty="0"/>
              <a:t>• PBKDF2 password hashing (65,536 iterations)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Core Technologies:</a:t>
            </a:r>
          </a:p>
          <a:p>
            <a:pPr marL="457200" lvl="1" indent="0">
              <a:buNone/>
            </a:pPr>
            <a:r>
              <a:rPr dirty="0"/>
              <a:t>• Spring Boot 3.2.0 - Core Framework</a:t>
            </a:r>
          </a:p>
          <a:p>
            <a:pPr marL="457200" lvl="1" indent="0">
              <a:buNone/>
            </a:pPr>
            <a:r>
              <a:rPr dirty="0"/>
              <a:t>• Java 17+ - Programming Language</a:t>
            </a:r>
          </a:p>
          <a:p>
            <a:pPr marL="457200" lvl="1" indent="0">
              <a:buNone/>
            </a:pPr>
            <a:r>
              <a:rPr dirty="0"/>
              <a:t>• H2 Database - In-memory Storage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BouncyCastle</a:t>
            </a:r>
            <a:r>
              <a:rPr dirty="0"/>
              <a:t> 1.77 - Post-Quantum Crypto</a:t>
            </a:r>
          </a:p>
          <a:p>
            <a:pPr marL="457200" lvl="1" indent="0">
              <a:buNone/>
            </a:pPr>
            <a:r>
              <a:rPr dirty="0"/>
              <a:t>• Protocol Buffers - API Serialization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SpringDoc</a:t>
            </a:r>
            <a:r>
              <a:rPr dirty="0"/>
              <a:t> </a:t>
            </a:r>
            <a:r>
              <a:rPr dirty="0" err="1"/>
              <a:t>OpenAPI</a:t>
            </a:r>
            <a:r>
              <a:rPr dirty="0"/>
              <a:t> - API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Layered Architecture:</a:t>
            </a:r>
          </a:p>
          <a:p>
            <a:pPr marL="457200" lvl="1" indent="0">
              <a:buNone/>
            </a:pPr>
            <a:r>
              <a:rPr dirty="0"/>
              <a:t>• Controller Layer → REST Endpoints</a:t>
            </a:r>
          </a:p>
          <a:p>
            <a:pPr marL="457200" lvl="1" indent="0">
              <a:buNone/>
            </a:pPr>
            <a:r>
              <a:rPr dirty="0"/>
              <a:t>• Service Layer → Business Logic</a:t>
            </a:r>
          </a:p>
          <a:p>
            <a:pPr marL="457200" lvl="1" indent="0">
              <a:buNone/>
            </a:pPr>
            <a:r>
              <a:rPr dirty="0"/>
              <a:t>• Repository Layer → Database Operations</a:t>
            </a:r>
          </a:p>
          <a:p>
            <a:pPr marL="457200" lvl="1" indent="0">
              <a:buNone/>
            </a:pPr>
            <a:r>
              <a:rPr dirty="0"/>
              <a:t>• Crypto Layer → Signing, Hashing, Keys</a:t>
            </a:r>
          </a:p>
          <a:p>
            <a:pPr marL="457200" lvl="1" indent="0">
              <a:buNone/>
            </a:pPr>
            <a:r>
              <a:rPr dirty="0"/>
              <a:t>• Domain Layer → JPA Entities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b="1"/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/users</a:t>
            </a:r>
          </a:p>
          <a:p>
            <a:r>
              <a:rPr dirty="0"/>
              <a:t>    Create new user (Admin) - Returns registration code</a:t>
            </a:r>
          </a:p>
          <a:p>
            <a:endParaRPr dirty="0"/>
          </a:p>
          <a:p>
            <a:pPr>
              <a:defRPr b="1"/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/register</a:t>
            </a:r>
          </a:p>
          <a:p>
            <a:r>
              <a:rPr dirty="0"/>
              <a:t>    Complete registration with email + code</a:t>
            </a:r>
          </a:p>
          <a:p>
            <a:endParaRPr dirty="0"/>
          </a:p>
          <a:p>
            <a:pPr>
              <a:defRPr b="1"/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/public-key</a:t>
            </a:r>
          </a:p>
          <a:p>
            <a:r>
              <a:rPr dirty="0"/>
              <a:t>    </a:t>
            </a:r>
            <a:r>
              <a:rPr sz="2800" dirty="0"/>
              <a:t>Get server's public key for signature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Registration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Admin creates user with name &amp; email</a:t>
            </a:r>
          </a:p>
          <a:p>
            <a:pPr marL="0" indent="0">
              <a:buNone/>
            </a:pPr>
            <a:r>
              <a:rPr dirty="0"/>
              <a:t>2. System generates 20-char registration code</a:t>
            </a:r>
          </a:p>
          <a:p>
            <a:pPr marL="0" indent="0">
              <a:buNone/>
            </a:pPr>
            <a:r>
              <a:rPr dirty="0"/>
              <a:t>3. Code is PBKDF2 hashed and stored</a:t>
            </a:r>
          </a:p>
          <a:p>
            <a:pPr marL="0" indent="0">
              <a:buNone/>
            </a:pPr>
            <a:r>
              <a:rPr dirty="0"/>
              <a:t>4. User receives code (email in production)</a:t>
            </a:r>
          </a:p>
          <a:p>
            <a:pPr marL="0" indent="0">
              <a:buNone/>
            </a:pPr>
            <a:r>
              <a:rPr dirty="0"/>
              <a:t>5. User submits email + code to register</a:t>
            </a:r>
          </a:p>
          <a:p>
            <a:pPr marL="0" indent="0">
              <a:buNone/>
            </a:pPr>
            <a:r>
              <a:rPr dirty="0"/>
              <a:t>6. System validates: integrity → lookup → hash</a:t>
            </a:r>
          </a:p>
          <a:p>
            <a:pPr marL="0" indent="0">
              <a:buNone/>
            </a:pPr>
            <a:r>
              <a:rPr dirty="0"/>
              <a:t>7. User receives authentication token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b="1"/>
            </a:pPr>
            <a:r>
              <a:rPr dirty="0"/>
              <a:t>Dilithium3 Digital Signatures</a:t>
            </a:r>
          </a:p>
          <a:p>
            <a:pPr marL="0" indent="0">
              <a:buNone/>
            </a:pPr>
            <a:r>
              <a:rPr dirty="0"/>
              <a:t>    • Lattice-based post-quantum cryptography</a:t>
            </a:r>
          </a:p>
          <a:p>
            <a:pPr marL="0" indent="0">
              <a:buNone/>
            </a:pPr>
            <a:r>
              <a:rPr dirty="0"/>
              <a:t>    • Quantum-resistant security</a:t>
            </a:r>
          </a:p>
          <a:p>
            <a:endParaRPr dirty="0"/>
          </a:p>
          <a:p>
            <a:pPr>
              <a:defRPr b="1"/>
            </a:pPr>
            <a:r>
              <a:rPr dirty="0"/>
              <a:t>Registration Code Security</a:t>
            </a:r>
          </a:p>
          <a:p>
            <a:pPr marL="0" indent="0">
              <a:buNone/>
            </a:pPr>
            <a:r>
              <a:rPr dirty="0"/>
              <a:t>    • 16 random + 4 checksum hex characters</a:t>
            </a:r>
          </a:p>
          <a:p>
            <a:pPr marL="0" indent="0">
              <a:buNone/>
            </a:pPr>
            <a:r>
              <a:rPr dirty="0"/>
              <a:t>    • PBKDF2 with 65,536 iterations</a:t>
            </a:r>
          </a:p>
          <a:p>
            <a:pPr marL="0" indent="0">
              <a:buNone/>
            </a:pPr>
            <a:r>
              <a:rPr dirty="0"/>
              <a:t>    • Salted hash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Access Points:</a:t>
            </a:r>
          </a:p>
          <a:p>
            <a:pPr marL="457200" lvl="1" indent="0">
              <a:buNone/>
            </a:pPr>
            <a:r>
              <a:rPr dirty="0"/>
              <a:t>• Web UI: http://localhost:8080</a:t>
            </a:r>
          </a:p>
          <a:p>
            <a:pPr marL="457200" lvl="1" indent="0">
              <a:buNone/>
            </a:pPr>
            <a:r>
              <a:rPr dirty="0"/>
              <a:t>• Swagger: http://localhost:8080/swagger-</a:t>
            </a:r>
            <a:r>
              <a:rPr dirty="0" err="1"/>
              <a:t>ui.html</a:t>
            </a:r>
            <a:endParaRPr dirty="0"/>
          </a:p>
          <a:p>
            <a:pPr marL="457200" lvl="1" indent="0">
              <a:buNone/>
            </a:pPr>
            <a:r>
              <a:rPr dirty="0"/>
              <a:t>• H2 Console: http://localhost:8080/h2-console</a:t>
            </a:r>
          </a:p>
          <a:p>
            <a:endParaRPr dirty="0"/>
          </a:p>
          <a:p>
            <a:r>
              <a:rPr dirty="0"/>
              <a:t>Demo Steps:</a:t>
            </a:r>
          </a:p>
          <a:p>
            <a:pPr marL="457200" lvl="1" indent="0">
              <a:buNone/>
            </a:pPr>
            <a:r>
              <a:rPr dirty="0"/>
              <a:t>1. Create a new user (Admin)</a:t>
            </a:r>
          </a:p>
          <a:p>
            <a:pPr marL="457200" lvl="1" indent="0">
              <a:buNone/>
            </a:pPr>
            <a:r>
              <a:rPr dirty="0"/>
              <a:t>2. Copy the registration code</a:t>
            </a:r>
          </a:p>
          <a:p>
            <a:pPr marL="457200" lvl="1" indent="0">
              <a:buNone/>
            </a:pPr>
            <a:r>
              <a:rPr dirty="0"/>
              <a:t>3. Complete registration</a:t>
            </a:r>
          </a:p>
          <a:p>
            <a:pPr marL="457200" lvl="1" indent="0">
              <a:buNone/>
            </a:pPr>
            <a:r>
              <a:rPr dirty="0"/>
              <a:t>4. Verify signature with public 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353</Words>
  <Application>Microsoft Macintosh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Project Overview</vt:lpstr>
      <vt:lpstr>Technology Stack</vt:lpstr>
      <vt:lpstr>System Architecture</vt:lpstr>
      <vt:lpstr>API Endpoints</vt:lpstr>
      <vt:lpstr>User Registration Flow</vt:lpstr>
      <vt:lpstr>Security Implementation</vt:lpstr>
      <vt:lpstr>Live Demo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Nkubito</cp:lastModifiedBy>
  <cp:revision>3</cp:revision>
  <dcterms:created xsi:type="dcterms:W3CDTF">2013-01-27T09:14:16Z</dcterms:created>
  <dcterms:modified xsi:type="dcterms:W3CDTF">2026-02-02T11:42:19Z</dcterms:modified>
  <cp:category/>
</cp:coreProperties>
</file>